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DC211-A97B-91FC-C155-CED5D0797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MA Moments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24128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rPr dirty="0"/>
              <a:t>Containerized Network Deployment</a:t>
            </a:r>
            <a:br>
              <a:rPr dirty="0"/>
            </a:br>
            <a:r>
              <a:rPr dirty="0"/>
              <a:t>Docker </a:t>
            </a:r>
            <a:r>
              <a:rPr lang="ar-JO" dirty="0"/>
              <a:t>-</a:t>
            </a:r>
            <a:r>
              <a:rPr lang="en-US" dirty="0"/>
              <a:t>&gt;</a:t>
            </a:r>
            <a:r>
              <a:rPr dirty="0"/>
              <a:t> </a:t>
            </a:r>
            <a:r>
              <a:rPr dirty="0" err="1"/>
              <a:t>Containerlab</a:t>
            </a:r>
            <a:r>
              <a:rPr dirty="0"/>
              <a:t> </a:t>
            </a:r>
            <a:r>
              <a:rPr lang="en-US" dirty="0"/>
              <a:t>-&gt;</a:t>
            </a:r>
            <a:r>
              <a:rPr dirty="0"/>
              <a:t> </a:t>
            </a:r>
            <a:r>
              <a:rPr dirty="0" err="1"/>
              <a:t>Proxmox</a:t>
            </a:r>
            <a:r>
              <a:rPr dirty="0"/>
              <a:t> </a:t>
            </a:r>
            <a:r>
              <a:rPr lang="en-US" dirty="0"/>
              <a:t>-&gt;</a:t>
            </a:r>
            <a:r>
              <a:rPr dirty="0"/>
              <a:t> </a:t>
            </a:r>
            <a:r>
              <a:rPr dirty="0" err="1"/>
              <a:t>zrok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766560" y="1097280"/>
            <a:ext cx="4572000" cy="4572000"/>
          </a:xfrm>
          <a:prstGeom prst="roundRect">
            <a:avLst/>
          </a:prstGeom>
          <a:solidFill>
            <a:srgbClr val="E1D6C9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C4033"/>
                </a:solidFill>
              </a:defRPr>
            </a:pPr>
            <a:r>
              <a:rPr dirty="0"/>
              <a:t>MA Moments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Project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• E-commerce website</a:t>
            </a:r>
            <a:br/>
            <a:r>
              <a:t>• Deploy on Ubuntu VM</a:t>
            </a:r>
            <a:br/>
            <a:r>
              <a:t>• Public access using zrok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097280"/>
            <a:ext cx="4572000" cy="4572000"/>
          </a:xfrm>
          <a:prstGeom prst="roundRect">
            <a:avLst/>
          </a:prstGeom>
          <a:solidFill>
            <a:srgbClr val="E1D6C9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C4033"/>
                </a:solidFill>
              </a:defRPr>
            </a:pPr>
            <a:r>
              <a:t>MA Moments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Internet</a:t>
            </a:r>
            <a:br/>
            <a:r>
              <a:t>      ↓</a:t>
            </a:r>
            <a:br/>
            <a:r>
              <a:t>zrok Public URL</a:t>
            </a:r>
            <a:br/>
            <a:r>
              <a:t>      ↓</a:t>
            </a:r>
            <a:br/>
            <a:r>
              <a:t>Proxmox</a:t>
            </a:r>
            <a:br/>
            <a:r>
              <a:t>      ↓</a:t>
            </a:r>
            <a:br/>
            <a:r>
              <a:t>Ubuntu Server VM</a:t>
            </a:r>
            <a:br/>
            <a:r>
              <a:t>      ↓</a:t>
            </a:r>
            <a:br/>
            <a:r>
              <a:t>Docker + Nginx</a:t>
            </a:r>
            <a:br/>
            <a:r>
              <a:t>      ↓</a:t>
            </a:r>
            <a:br/>
            <a:r>
              <a:t>MA Moments</a:t>
            </a:r>
          </a:p>
        </p:txBody>
      </p:sp>
      <p:pic>
        <p:nvPicPr>
          <p:cNvPr id="5" name="Picture 4" descr="bandicam 2026-08-05 12-02-55-4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• Build Docker image</a:t>
            </a:r>
            <a:br/>
            <a:r>
              <a:t>• topology.clab.yml</a:t>
            </a:r>
            <a:br/>
            <a:r>
              <a:t>• Deploy Containerlab</a:t>
            </a:r>
            <a:br/>
            <a:r>
              <a:t>• Publish using zrok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097280"/>
            <a:ext cx="4572000" cy="4572000"/>
          </a:xfrm>
          <a:prstGeom prst="roundRect">
            <a:avLst/>
          </a:prstGeom>
          <a:solidFill>
            <a:srgbClr val="E1D6C9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C4033"/>
                </a:solidFill>
              </a:defRPr>
            </a:pPr>
            <a:r>
              <a:t>MA Moments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• Local browser test</a:t>
            </a:r>
            <a:br/>
            <a:r>
              <a:t>• Public HTTPS access</a:t>
            </a:r>
            <a:br/>
            <a:r>
              <a:t>• Verified HTTP requests</a:t>
            </a:r>
          </a:p>
        </p:txBody>
      </p:sp>
      <p:pic>
        <p:nvPicPr>
          <p:cNvPr id="5" name="Picture 4" descr="bandicam 2026-08-05 12-02-55-4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• YAML syntax</a:t>
            </a:r>
            <a:br/>
            <a:r>
              <a:t>• zrok API endpoint</a:t>
            </a:r>
            <a:br/>
            <a:r>
              <a:t>• Docker networking</a:t>
            </a:r>
            <a:br/>
            <a:r>
              <a:t>• Port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097280"/>
            <a:ext cx="4572000" cy="4572000"/>
          </a:xfrm>
          <a:prstGeom prst="roundRect">
            <a:avLst/>
          </a:prstGeom>
          <a:solidFill>
            <a:srgbClr val="E1D6C9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C4033"/>
                </a:solidFill>
              </a:defRPr>
            </a:pPr>
            <a:r>
              <a:t>MA Moments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t>✔ Public URL working</a:t>
            </a:r>
            <a:br/>
            <a:r>
              <a:t>✔ Secure HTTPS</a:t>
            </a:r>
            <a:br/>
            <a:r>
              <a:t>✔ Containerized deployment</a:t>
            </a:r>
          </a:p>
        </p:txBody>
      </p:sp>
      <p:pic>
        <p:nvPicPr>
          <p:cNvPr id="5" name="Picture 4" descr="bandicam 2026-08-05 12-02-55-4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102A-6F9C-8087-DB44-C87A0C5C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A9864C-E77C-04F6-802E-5C5AB6B73AEF}"/>
              </a:ext>
            </a:extLst>
          </p:cNvPr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4647A-9CE3-871F-8525-174488EF015A}"/>
              </a:ext>
            </a:extLst>
          </p:cNvPr>
          <p:cNvSpPr txBox="1"/>
          <p:nvPr/>
        </p:nvSpPr>
        <p:spPr>
          <a:xfrm>
            <a:off x="457200" y="137160"/>
            <a:ext cx="267650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rPr lang="en-US" dirty="0"/>
              <a:t>Topology Diagram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66A865-C660-7FF6-8E08-C4EF058E8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1706"/>
            <a:ext cx="8979440" cy="598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5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5C403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AF3"/>
                </a:solidFill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5669280" cy="5120640"/>
          </a:xfrm>
          <a:prstGeom prst="roundRect">
            <a:avLst/>
          </a:prstGeom>
          <a:solidFill>
            <a:srgbClr val="FFFAF3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F2926"/>
                </a:solidFill>
              </a:defRPr>
            </a:pPr>
            <a:r>
              <a:rPr lang="en-US" dirty="0"/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097280"/>
            <a:ext cx="4572000" cy="4572000"/>
          </a:xfrm>
          <a:prstGeom prst="roundRect">
            <a:avLst/>
          </a:prstGeom>
          <a:solidFill>
            <a:srgbClr val="E1D6C9"/>
          </a:solidFill>
          <a:ln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C4033"/>
                </a:solidFill>
              </a:defRPr>
            </a:pPr>
            <a:r>
              <a:t>MA Moments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147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farahmaali42@gmail.com</cp:lastModifiedBy>
  <cp:revision>2</cp:revision>
  <dcterms:created xsi:type="dcterms:W3CDTF">2013-01-27T09:14:16Z</dcterms:created>
  <dcterms:modified xsi:type="dcterms:W3CDTF">2026-08-05T10:07:15Z</dcterms:modified>
  <cp:category/>
</cp:coreProperties>
</file>